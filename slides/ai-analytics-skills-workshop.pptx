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954634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5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Skills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BI Analysts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lineage, tune SQL, repair catalog context, and verify every AI-assisted answer before it reaches a dashboard.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BI ANALYSTS · ANALYTICS ENGINEERS · DASHBOARD OWNERS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Repo-centered workshop · the repository is the product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23560" y="868680"/>
            <a:ext cx="2971800" cy="749808"/>
          </a:xfrm>
          <a:prstGeom prst="roundRect">
            <a:avLst>
              <a:gd name="adj" fmla="val 10976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15584" y="1014984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15584" y="1014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9875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1261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lineage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728216"/>
            <a:ext cx="2971800" cy="749808"/>
          </a:xfrm>
          <a:prstGeom prst="roundRect">
            <a:avLst>
              <a:gd name="adj" fmla="val 10976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15584" y="1874520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1558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9088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121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triage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23560" y="2587752"/>
            <a:ext cx="2971800" cy="749808"/>
          </a:xfrm>
          <a:prstGeom prst="roundRect">
            <a:avLst>
              <a:gd name="adj" fmla="val 10976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15584" y="2734056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15584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2980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Alation remediation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3447288"/>
            <a:ext cx="2971800" cy="749808"/>
          </a:xfrm>
          <a:prstGeom prst="roundRect">
            <a:avLst>
              <a:gd name="adj" fmla="val 10976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15584" y="3593592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15584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9088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3840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reconciliation (optional)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168603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68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prompt training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answers from what you paste. A workspace assistant reasons across your project.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teaching people to prompt a chatbot.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teaching people to package repeatable analytics work as context-aware, tool-using, reviewable AI workflows.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8138160" cy="914400"/>
          </a:xfrm>
          <a:prstGeom prst="roundRect">
            <a:avLst>
              <a:gd name="adj" fmla="val 9000"/>
            </a:avLst>
          </a:prstGeom>
          <a:solidFill>
            <a:srgbClr val="E7F2F4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843784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inside a BI workspace can read Tableau XML, SQL files, stored procedures, view and metric definitions, catalog docs, templates, and validation artifacts — and cite the evidence it used.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7F2F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context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95144" y="3840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E7F2F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95144" y="3840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Repo-aware reasoning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78808" y="3840480"/>
            <a:ext cx="1805940" cy="347472"/>
          </a:xfrm>
          <a:prstGeom prst="roundRect">
            <a:avLst>
              <a:gd name="adj" fmla="val 50000"/>
            </a:avLst>
          </a:prstGeom>
          <a:solidFill>
            <a:srgbClr val="E7F2F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8808" y="3840480"/>
            <a:ext cx="18059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catalog access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31052" y="3840480"/>
            <a:ext cx="2080260" cy="347472"/>
          </a:xfrm>
          <a:prstGeom prst="roundRect">
            <a:avLst>
              <a:gd name="adj" fmla="val 50000"/>
            </a:avLst>
          </a:prstGeom>
          <a:solidFill>
            <a:srgbClr val="E7F2F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1052" y="384048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artifacts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531620" cy="347472"/>
          </a:xfrm>
          <a:prstGeom prst="roundRect">
            <a:avLst>
              <a:gd name="adj" fmla="val 50000"/>
            </a:avLst>
          </a:prstGeom>
          <a:solidFill>
            <a:srgbClr val="E7F2F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Reviewable output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883310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833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vs BI workspace assistant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7947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3794760" cy="475488"/>
          </a:xfrm>
          <a:prstGeom prst="roundRect">
            <a:avLst>
              <a:gd name="adj" fmla="val 17308"/>
            </a:avLst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37944"/>
            <a:ext cx="3794760" cy="23774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258568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= only what you paste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supply evidence manually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text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is up to you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37947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600200"/>
            <a:ext cx="37947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00200"/>
            <a:ext cx="3794760" cy="475488"/>
          </a:xfrm>
          <a:prstGeom prst="roundRect">
            <a:avLst>
              <a:gd name="adj" fmla="val 17308"/>
            </a:avLst>
          </a:prstGeom>
          <a:solidFill>
            <a:srgbClr val="0E74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837944"/>
            <a:ext cx="3794760" cy="23774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002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assistant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2258568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= the actual repo files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files and lines it read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/ search / filesystem via MCP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reviewable artifacts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enforced by AGENTS.md + hooks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883310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833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analytics engineer mindset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lab repeats the same loop.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138160" cy="1325880"/>
          </a:xfrm>
          <a:prstGeom prst="roundRect">
            <a:avLst>
              <a:gd name="adj" fmla="val 6207"/>
            </a:avLst>
          </a:prstGeom>
          <a:solidFill>
            <a:srgbClr val="E7F2F4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96596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context   →   ask with constraints   →   inspect evidence</a:t>
            </a:r>
            <a:endParaRPr lang="en-US" sz="1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propose a change or artifact   →   validate   →   communicate caveats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81381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8386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valuable because it writes more content.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valuable because it helps you structure the work, inspect evidence, reduce blind spots, and create artifacts a human can review.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811987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119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safety and approved context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public-safe repo for both internal and external runs.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6E9E7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084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include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23744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PII, credentials, secrets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extracts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server / DB / table / owner names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catalog URLs or proprietary terms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E7F4EF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084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instead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523744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/ invented samples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Schemas, row counts, summaries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finance domain names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ERP / new ERP platform (generic)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168603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68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tour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repository is the durable product; the app is an optional wrapper.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138160" cy="2606040"/>
          </a:xfrm>
          <a:prstGeom prst="roundRect">
            <a:avLst>
              <a:gd name="adj" fmla="val 2807"/>
            </a:avLst>
          </a:prstGeom>
          <a:solidFill>
            <a:srgbClr val="0B1B2B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2020824"/>
            <a:ext cx="7626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386584"/>
            <a:ext cx="762609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ai-analytics-skills/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AGENTS.md          # rules your assistant follows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labs/              # the workshop labs (start at 00-kickoff.md)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demos/             # sanitized demo files for each lab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templates/         # output templates + Mermaid standard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.agents/skills/    # reusable skill packages (portable)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.codex/            # Codex config, hooks, rules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evals/             # eval cases for the skills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              # facilitator guide, data handling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               # optional React app (deck + repo browser)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· FIND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Tableau lineage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this dashboard depend on?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29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question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2221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this Tableau dashboard depend on?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doc + Mermaid diagram + source inventory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21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discipline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014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confirmed from inferred; unknowns become owner questions.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4069080" cy="2578608"/>
          </a:xfrm>
          <a:prstGeom prst="roundRect">
            <a:avLst>
              <a:gd name="adj" fmla="val 2837"/>
            </a:avLst>
          </a:prstGeom>
          <a:solidFill>
            <a:srgbClr val="0B1B2B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06654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pattern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2432304"/>
            <a:ext cx="355701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each custom SQL block to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 source objects. Return: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Data sources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Custom SQL blocks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Referenced views / procs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Upstream tables / linked servers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Confirmed vs inferred lineage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Unknowns for owner review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Mermaid data-flow diagram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· TUNE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SQL Server performance safely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slow, and what is the smallest safe fix?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384048" cy="384048"/>
          </a:xfrm>
          <a:prstGeom prst="ellipse">
            <a:avLst/>
          </a:prstGeom>
          <a:solidFill>
            <a:srgbClr val="B4453A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29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2221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change logic or grain; don't add indexes; validate rows and totals.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diagnose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risks; do not rewrite yet. Collect baseline evidence.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21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rewrite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014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safe change + a validation query that proves equivalence.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4069080" cy="2578608"/>
          </a:xfrm>
          <a:prstGeom prst="roundRect">
            <a:avLst>
              <a:gd name="adj" fmla="val 2837"/>
            </a:avLst>
          </a:prstGeom>
          <a:solidFill>
            <a:srgbClr val="0B1B2B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06654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prompt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2432304"/>
            <a:ext cx="355701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Phase 1: diagnose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What the query does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Likely performance risks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Safe-for-analyst fixes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DBA / data-eng review items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Baseline to collect first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Phase 2: smallest safe rewrite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Preserve grain, rows, totals.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a validation query.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596542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5965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· GOVERN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 catalog context with AI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agentic stack — with a safe-write contract.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29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2221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+ skill + MCP + hooks + rules (read free, writes gated).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Safe-write contract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Read-only, then draft a local diff, human review, then write.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21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014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diff is the dry run — no write without cited evidence.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4069080" cy="2578608"/>
          </a:xfrm>
          <a:prstGeom prst="roundRect">
            <a:avLst>
              <a:gd name="adj" fmla="val 2837"/>
            </a:avLst>
          </a:prstGeom>
          <a:solidFill>
            <a:srgbClr val="0B1B2B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06654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safe-write contract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2432304"/>
            <a:ext cx="355701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Read catalog + SQL read-only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Draft the change to a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local diff (outputs/)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Human reviews vs evidence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Only then call the write tool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allow:    read-only search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approval: catalog writes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block:    destructive ops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309774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23097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· PROVE IT (OPTIONAL)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KPI still reconciles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metric survive a source / platform change?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29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drafts the spec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2221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enterprise LLM API proposes a structured validation spec.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scores 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checks: same inputs, same verdict — every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21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 contract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014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live in the spec; the LLM never decides pass/fail.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4069080" cy="2578608"/>
          </a:xfrm>
          <a:prstGeom prst="roundRect">
            <a:avLst>
              <a:gd name="adj" fmla="val 2837"/>
            </a:avLst>
          </a:prstGeom>
          <a:solidFill>
            <a:srgbClr val="0B1B2B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06654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2432304"/>
            <a:ext cx="355701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validation_spec.json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reconciliation_results.csv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failed_checks.csv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validation_report.md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catalog_doc_patch.md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borrow: dbt-audit-helper,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Great Expectations, dbt-codegen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811987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119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checklist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remains accountable for the claim.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Skills for BI Analysts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189280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57400"/>
            <a:ext cx="1892808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49631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to the business?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892808"/>
            <a:ext cx="189280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2057400"/>
            <a:ext cx="1892808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14884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15768" y="249631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grain and scope?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892808"/>
            <a:ext cx="189280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057400"/>
            <a:ext cx="1892808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14884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73168" y="249631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fan out? Filters applied?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1892808"/>
            <a:ext cx="189280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2057400"/>
            <a:ext cx="1892808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14884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30568" y="2496312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strictly by evidence?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36976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0B1B2B"/>
          </a:solidFill>
          <a:ln/>
          <a:effectLst>
            <a:outerShdw sx="100000" sy="100000" kx="0" ky="0" algn="bl" rotWithShape="0" blurRad="101600" dist="38100" dir="8100000">
              <a:srgbClr val="0B1B2B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3383280"/>
            <a:ext cx="7626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 prompt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749040"/>
            <a:ext cx="7626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 use this answer, list every assumption, source file,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query, unresolved risk, and manual check. Separate what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confirmed from what you inferred.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0" y="868680"/>
            <a:ext cx="954634" cy="3108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868680"/>
            <a:ext cx="95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a habit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skills into your own repo, add a root AGENTS.md, keep writes gated behind approval, and run the verification checklist on real work.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62990" y="3383280"/>
            <a:ext cx="1636776" cy="457200"/>
          </a:xfrm>
          <a:prstGeom prst="roundRect">
            <a:avLst>
              <a:gd name="adj" fmla="val 50000"/>
            </a:avLst>
          </a:prstGeom>
          <a:solidFill>
            <a:srgbClr val="12304D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2990" y="33832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the loop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2646" y="338328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12304D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2646" y="33832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skills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57750" y="3383280"/>
            <a:ext cx="1714500" cy="457200"/>
          </a:xfrm>
          <a:prstGeom prst="roundRect">
            <a:avLst>
              <a:gd name="adj" fmla="val 50000"/>
            </a:avLst>
          </a:prstGeom>
          <a:solidFill>
            <a:srgbClr val="12304D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7750" y="338328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default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55130" y="338328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12304D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5130" y="3383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in CI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9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docs/next-steps.md  ·  labs/06-verification-checklist.md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Analytics Skills for BI Analysts</dc:title>
  <dc:subject>PptxGenJS Presentation</dc:subject>
  <dc:creator>AI Analytics Skills workshop</dc:creator>
  <cp:lastModifiedBy>AI Analytics Skills workshop</cp:lastModifiedBy>
  <cp:revision>1</cp:revision>
  <dcterms:created xsi:type="dcterms:W3CDTF">2026-06-17T14:42:02Z</dcterms:created>
  <dcterms:modified xsi:type="dcterms:W3CDTF">2026-06-17T14:42:02Z</dcterms:modified>
</cp:coreProperties>
</file>